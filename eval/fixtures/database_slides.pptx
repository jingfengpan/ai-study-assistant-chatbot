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primary key uniquely identifies each row. A foreign key references a key in another 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Third normal form removes transitive dependencies on non-key attributes.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ACID means atomicity, consistency, isolation, and durability.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B-tree index supports logarithmic search and efficient range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inner join returns matching rows. A left join also retains unmatched rows from the left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